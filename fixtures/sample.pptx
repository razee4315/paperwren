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Paperwren fixture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pPr lvl="1"/>
            <a:r>
              <a:t>Churn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2743200" cy="914400"/>
          </a:xfrm>
          <a:prstGeom prst="rect">
            <a:avLst/>
          </a:prstGeom>
          <a:solidFill>
            <a:srgbClr val="1F8A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/>
              <a:t>Green 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