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>
      <dgm:prSet/>
      <dgm:spPr/>
      <dgm:t>
        <a:bodyPr/>
        <a:lstStyle/>
        <a:p>
          <a:r>
            <a:rPr lang="en-US"/>
            <a:t>Plan</a:t>
          </a:r>
        </a:p>
      </dgm:t>
    </dgm:pt>
    <dgm:pt modelId="{00000000-0000-0000-0000-000000000002}">
      <dgm:prSet/>
      <dgm:spPr/>
      <dgm:t>
        <a:bodyPr/>
        <a:lstStyle/>
        <a:p>
          <a:r>
            <a:rPr lang="en-US"/>
            <a:t>Build</a:t>
          </a:r>
        </a:p>
      </dgm:t>
    </dgm:pt>
    <dgm:pt modelId="{00000000-0000-0000-0000-000000000003}">
      <dgm:prSet/>
      <dgm:spPr/>
      <dgm:t>
        <a:bodyPr/>
        <a:lstStyle/>
        <a:p>
          <a:r>
            <a:rPr lang="en-US"/>
            <a:t>Ship</a:t>
          </a:r>
        </a:p>
      </dgm:t>
    </dgm:pt>
  </dgm:ptLst>
  <dgm:cxnLst/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01}">
      <dsp:nvSpPr>
        <dsp:cNvPr id="0" name=""/>
        <dsp:cNvSpPr/>
      </dsp:nvSpPr>
      <dsp:spPr>
        <a:xfrm>
          <a:off x="0" y="762000"/>
          <a:ext cx="1524000" cy="914400"/>
        </a:xfrm>
        <a:prstGeom prst="roundRect">
          <a:avLst>
            <a:gd name="adj" fmla="val 10000"/>
          </a:avLst>
        </a:prstGeom>
        <a:solidFill>
          <a:srgbClr val="2B6E66"/>
        </a:solidFill>
        <a:ln w="254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lIns="38100" tIns="38100" rIns="38100" bIns="38100" anchor="ctr"/>
        <a:lstStyle/>
        <a:p>
          <a:pPr algn="ctr"/>
          <a:r>
            <a:rPr lang="en-US" sz="2000"/>
            <a:t>Plan</a:t>
          </a:r>
        </a:p>
      </dsp:txBody>
      <dsp:txXfrm>
        <a:off x="0" y="762000"/>
        <a:ext cx="1524000" cy="914400"/>
      </dsp:txXfrm>
    </dsp:sp>
    <dsp:sp modelId="{00000000-0000-0000-0000-000000000002}">
      <dsp:nvSpPr>
        <dsp:cNvPr id="0" name=""/>
        <dsp:cNvSpPr/>
      </dsp:nvSpPr>
      <dsp:spPr>
        <a:xfrm>
          <a:off x="1905000" y="762000"/>
          <a:ext cx="1524000" cy="914400"/>
        </a:xfrm>
        <a:prstGeom prst="roundRect">
          <a:avLst>
            <a:gd name="adj" fmla="val 10000"/>
          </a:avLst>
        </a:prstGeom>
        <a:solidFill>
          <a:srgbClr val="2B6E66"/>
        </a:solidFill>
        <a:ln w="254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lIns="38100" tIns="38100" rIns="38100" bIns="38100" anchor="ctr"/>
        <a:lstStyle/>
        <a:p>
          <a:pPr algn="ctr"/>
          <a:r>
            <a:rPr lang="en-US" sz="2000"/>
            <a:t>Build</a:t>
          </a:r>
        </a:p>
      </dsp:txBody>
      <dsp:txXfrm>
        <a:off x="1905000" y="762000"/>
        <a:ext cx="1524000" cy="914400"/>
      </dsp:txXfrm>
    </dsp:sp>
    <dsp:sp modelId="{00000000-0000-0000-0000-000000000003}">
      <dsp:nvSpPr>
        <dsp:cNvPr id="0" name=""/>
        <dsp:cNvSpPr/>
      </dsp:nvSpPr>
      <dsp:spPr>
        <a:xfrm>
          <a:off x="3810000" y="762000"/>
          <a:ext cx="1524000" cy="914400"/>
        </a:xfrm>
        <a:prstGeom prst="roundRect">
          <a:avLst>
            <a:gd name="adj" fmla="val 10000"/>
          </a:avLst>
        </a:prstGeom>
        <a:solidFill>
          <a:srgbClr val="2B6E66"/>
        </a:solidFill>
        <a:ln w="254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lIns="38100" tIns="38100" rIns="38100" bIns="38100" anchor="ctr"/>
        <a:lstStyle/>
        <a:p>
          <a:pPr algn="ctr"/>
          <a:r>
            <a:rPr lang="en-US" sz="2000"/>
            <a:t>Ship</a:t>
          </a:r>
        </a:p>
      </dsp:txBody>
      <dsp:txXfrm>
        <a:off x="3810000" y="762000"/>
        <a:ext cx="1524000" cy="914400"/>
      </dsp:txXfrm>
    </dsp:sp>
  </dsp:spTree>
</dsp:drawing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diagramDrawing" Target="../diagrams/drawing1.xml"/><Relationship Id="rId3" Type="http://schemas.openxmlformats.org/officeDocument/2006/relationships/diagramData" Target="../diagrams/data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2377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76200" dist="5715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B1B1F"/>
                </a:solidFill>
              </a:rPr>
              <a:t>Shadowed card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3474720" y="548640"/>
            <a:ext cx="2011680" cy="1645920"/>
          </a:xfrm>
          <a:prstGeom prst="triangle">
            <a:avLst/>
          </a:prstGeom>
          <a:gradFill rotWithShape="1">
            <a:gsLst>
              <a:gs pos="0">
                <a:srgbClr val="2B6E66"/>
              </a:gs>
              <a:gs pos="100000">
                <a:srgbClr val="F2C14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35040" y="54864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62828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48640" y="2743200"/>
            <a:ext cx="2560320" cy="2011680"/>
          </a:xfrm>
          <a:custGeom>
            <a:avLst/>
            <a:gdLst/>
            <a:ahLst/>
            <a:cxnLst/>
            <a:rect l="l" t="t" r="r" b="b"/>
            <a:pathLst>
              <a:path w="2560320" h="2011680">
                <a:moveTo>
                  <a:pt x="182880" y="182880"/>
                </a:moveTo>
                <a:lnTo>
                  <a:pt x="2194560" y="0"/>
                </a:lnTo>
                <a:lnTo>
                  <a:pt x="2560320" y="1463040"/>
                </a:lnTo>
                <a:lnTo>
                  <a:pt x="914400" y="2011680"/>
                </a:lnTo>
                <a:lnTo>
                  <a:pt x="0" y="1280160"/>
                </a:lnTo>
                <a:close/>
              </a:path>
            </a:pathLst>
          </a:custGeom>
          <a:gradFill rotWithShape="1">
            <a:gsLst>
              <a:gs pos="0">
                <a:srgbClr val="2B6E66"/>
              </a:gs>
              <a:gs pos="100000">
                <a:srgbClr val="F2C14E"/>
              </a:gs>
            </a:gsLst>
            <a:lin ang="0" scaled="0"/>
          </a:gradFill>
          <a:ln>
            <a:noFill/>
          </a:ln>
          <a:effectLst>
            <a:outerShdw blurRad="76200" dist="5715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effects-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926080"/>
            <a:ext cx="2194560" cy="1508760"/>
          </a:xfrm>
          <a:prstGeom prst="rect">
            <a:avLst/>
          </a:prstGeom>
          <a:effectLst>
            <a:outerShdw blurRad="76200" dist="57150" dir="2700000" algn="tl" rotWithShape="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9" name="Diagram 1"/>
          <p:cNvGraphicFramePr/>
          <p:nvPr/>
        </p:nvGraphicFramePr>
        <p:xfrm>
          <a:off x="1905000" y="1905000"/>
          <a:ext cx="5334000" cy="2438400"/>
        </p:xfrm>
        <a:graphic>
          <a:graphicData uri="http://schemas.openxmlformats.org/drawingml/2006/diagram">
            <dgm:relIds xmlns:dgm="http://schemas.openxmlformats.org/drawingml/2006/diagram" r:dm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