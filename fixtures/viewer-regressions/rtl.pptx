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اردو پیشکش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1"/>
            <a:r>
              <a:t>پہلا نکتہ</a:t>
            </a:r>
          </a:p>
          <a:p>
            <a:r>
              <a:t>English stays left to right</a:t>
            </a:r>
          </a:p>
          <a:p>
            <a:r>
              <a:t>مرحبا بالعالم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