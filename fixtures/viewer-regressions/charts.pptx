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Quarterly results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150</c:v>
                </c:pt>
                <c:pt idx="2">
                  <c:v>170</c:v>
                </c:pt>
                <c:pt idx="3">
                  <c:v>210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</c:v>
                </c:pt>
                <c:pt idx="1">
                  <c:v>100</c:v>
                </c:pt>
                <c:pt idx="2">
                  <c:v>130</c:v>
                </c:pt>
                <c:pt idx="3">
                  <c:v>140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150</c:v>
                </c:pt>
                <c:pt idx="2">
                  <c:v>170</c:v>
                </c:pt>
                <c:pt idx="3">
                  <c:v>210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</c:v>
                </c:pt>
                <c:pt idx="1">
                  <c:v>100</c:v>
                </c:pt>
                <c:pt idx="2">
                  <c:v>130</c:v>
                </c:pt>
                <c:pt idx="3">
                  <c:v>140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150</c:v>
                </c:pt>
                <c:pt idx="2">
                  <c:v>170</c:v>
                </c:pt>
                <c:pt idx="3">
                  <c:v>210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</c:v>
                </c:pt>
                <c:pt idx="1">
                  <c:v>100</c:v>
                </c:pt>
                <c:pt idx="2">
                  <c:v>130</c:v>
                </c:pt>
                <c:pt idx="3">
                  <c:v>140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Mobile</c:v>
                </c:pt>
                <c:pt idx="1">
                  <c:v>Desktop</c:v>
                </c:pt>
                <c:pt idx="2">
                  <c:v>Tablet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0.62</c:v>
                </c:pt>
                <c:pt idx="1">
                  <c:v>0.3</c:v>
                </c:pt>
                <c:pt idx="2">
                  <c:v>0.08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Trials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2.1</c:v>
                </c:pt>
                <c:pt idx="1">
                  <c:v>3.9</c:v>
                </c:pt>
                <c:pt idx="2">
                  <c:v>6.2</c:v>
                </c:pt>
                <c:pt idx="3">
                  <c:v>7.8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150</c:v>
                </c:pt>
                <c:pt idx="2">
                  <c:v>170</c:v>
                </c:pt>
                <c:pt idx="3">
                  <c:v>210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Costs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</c:v>
                </c:pt>
                <c:pt idx="1">
                  <c:v>100</c:v>
                </c:pt>
                <c:pt idx="2">
                  <c:v>130</c:v>
                </c:pt>
                <c:pt idx="3">
                  <c:v>140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Columns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Stacked bars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Scatter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Radar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